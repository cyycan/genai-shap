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 ·  AI AGENTS  ·  XAI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Governance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AI Agents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Decisions · Auditing Tools · Monitoring Behaviour · Governing Multi-Agent Systems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1920240" cy="36576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87752" y="3154680"/>
            <a:ext cx="1920240" cy="365760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87752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72584" y="3154680"/>
            <a:ext cx="1920240" cy="36576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672584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57416" y="3154680"/>
            <a:ext cx="1920240" cy="36576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757416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comprehensive, production-ready XAI governance framework  ·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Why Agent Explainability Is Hard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27432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5097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Sequential Decision Making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make chains of decisions — each action depends on prior context. A single SHAP snapshot misses temporal dependencies across steps.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63824" y="91440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63824" y="914400"/>
            <a:ext cx="27432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95097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 Tool &amp; Action Selection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73552" y="135331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LLM/tool-calling agents choose from many possible tools. Explaining *why* a specific tool was invoked — not just what it returned — requires new attribution methods.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91440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914400"/>
            <a:ext cx="27432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95097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 Multi-Agent Interactions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81344" y="135331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multi-agent systems, agent A's output becomes agent B's input. Attribution must trace contribution across agent boundaries, not just features.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288036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880360"/>
            <a:ext cx="27432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1693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Stochastic &amp; Non-Deterministic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1927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and RL policies are non-deterministic. Identical inputs can yield different actions — vanilla SHAP assumes a deterministic function.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63824" y="288036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63824" y="2880360"/>
            <a:ext cx="27432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91693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Black-Box Embeddings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73552" y="331927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state is often a dense embedding (token logits, hidden states). Raw SHAP on embeddings is uninterpretable — we need higher-level feature proxies.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71616" y="2880360"/>
            <a:ext cx="274320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2880360"/>
            <a:ext cx="27432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6181344" y="291693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Latency Constraints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81344" y="3319272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KernelExplainer requires hundreds of model calls. Production agents serving sub-second responses cannot afford naive SHAP at inference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Agent Governance Framework —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914400"/>
            <a:ext cx="1508760" cy="2926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914400"/>
            <a:ext cx="150876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60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41732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 schema for any agent 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01368" y="2103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11680" y="914400"/>
            <a:ext cx="1508760" cy="2926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914400"/>
            <a:ext cx="1508760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960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141732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214884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opaque states to SHAP-ready features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103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30752" y="914400"/>
            <a:ext cx="1508760" cy="2926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914400"/>
            <a:ext cx="15087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730752" y="960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30752" y="141732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03904" y="214884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optimal explainer per agent type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39512" y="2103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49824" y="914400"/>
            <a:ext cx="1508760" cy="2926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9824" y="914400"/>
            <a:ext cx="150876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449824" y="960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9824" y="141732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2976" y="214884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tool &amp; trajectory-level SHAP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58584" y="21031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68896" y="914400"/>
            <a:ext cx="1508760" cy="2926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68896" y="914400"/>
            <a:ext cx="1508760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7168896" y="960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68896" y="141732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42048" y="214884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gates, drift alerts, model card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2608" y="3977640"/>
            <a:ext cx="8558784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4" name="Text 32"/>
          <p:cNvSpPr/>
          <p:nvPr/>
        </p:nvSpPr>
        <p:spPr>
          <a:xfrm>
            <a:off x="292608" y="3977640"/>
            <a:ext cx="8558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LLM Agents  ·  RL Agents  ·  Tool-Calling Agents  ·  Multi-Agent Systems  ·  Your Own Logs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 — Agent Log Schema &amp; Data Loading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Agent Log Schema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023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80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13807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87168" y="13807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episode / trajectory 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402336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737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step_idx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87168" y="17373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within the episode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66544"/>
            <a:ext cx="4023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0939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20939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87168" y="20939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in multi-agent systems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402336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state_features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2450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87168" y="24505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proxy features for SHAP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79776"/>
            <a:ext cx="4023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2807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action_taken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28072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87168" y="2807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name or action label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36392"/>
            <a:ext cx="402336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163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action_logprob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31638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87168" y="31638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Log-probability of chosen action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93008"/>
            <a:ext cx="4023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3520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65960" y="35204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87168" y="35204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reward (RL) or score (LLM)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849624"/>
            <a:ext cx="402336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tool_inputs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65960" y="38770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87168" y="38770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passed to tool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206240"/>
            <a:ext cx="40233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" y="4233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tool_output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65960" y="42336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87168" y="42336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 from tool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562856"/>
            <a:ext cx="402336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" y="4590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65960" y="4590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87168" y="45902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datetime of the step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Your Logs (Notebook Section 0)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663440" y="1417320"/>
            <a:ext cx="4206240" cy="56692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1417320"/>
            <a:ext cx="45720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8" name="Text 46"/>
          <p:cNvSpPr/>
          <p:nvPr/>
        </p:nvSpPr>
        <p:spPr>
          <a:xfrm>
            <a:off x="4736592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📂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5120640" y="1490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JSONL / Parquet — drop-in loader accepts all common formats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663440" y="2093976"/>
            <a:ext cx="4206240" cy="56692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2093976"/>
            <a:ext cx="45720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4736592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🔌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5120640" y="21671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connector — supply SQLAlchemy connection string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663440" y="2770632"/>
            <a:ext cx="4206240" cy="56692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63440" y="2770632"/>
            <a:ext cx="45720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6" name="Text 54"/>
          <p:cNvSpPr/>
          <p:nvPr/>
        </p:nvSpPr>
        <p:spPr>
          <a:xfrm>
            <a:off x="4736592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5120640" y="28437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webhook — pipe live agent traces via HTTP endpoint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663440" y="3447288"/>
            <a:ext cx="4206240" cy="56692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3447288"/>
            <a:ext cx="45720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0" name="Text 58"/>
          <p:cNvSpPr/>
          <p:nvPr/>
        </p:nvSpPr>
        <p:spPr>
          <a:xfrm>
            <a:off x="4736592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🧪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5120640" y="35204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logs yet? Synthetic simulator included for all 4 agent types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4663440" y="4123944"/>
            <a:ext cx="4206240" cy="56692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63440" y="4123944"/>
            <a:ext cx="45720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4" name="Text 62"/>
          <p:cNvSpPr/>
          <p:nvPr/>
        </p:nvSpPr>
        <p:spPr>
          <a:xfrm>
            <a:off x="4736592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🔧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5120640" y="41970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Auto-validation checks schema, flags missing fields, infers types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Feature Proxy Layer: Making Agents SHAP-Ready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agent state (embeddings, token logprobs, raw observations) cannot be passed directly to SHAP.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layer converts opaque state into interpretable numeric features: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508760"/>
            <a:ext cx="42062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508760"/>
            <a:ext cx="4206240" cy="347472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47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Prompt token count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854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Context window utilisation 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Top-token entropy (uncertainty)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59152" y="1947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Semantic similarity to prior turn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59152" y="21854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System-prompt adherence score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59152" y="24231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Tool-call depth in conversation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18304" y="1508760"/>
            <a:ext cx="42062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1508760"/>
            <a:ext cx="4206240" cy="347472"/>
          </a:xfrm>
          <a:prstGeom prst="rect">
            <a:avLst/>
          </a:prstGeom>
          <a:solidFill>
            <a:srgbClr val="06B6D4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1554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1947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State observation vector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1854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Action log-probability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24231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Value function estimate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21424" y="1947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TD-error magnitude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1424" y="21854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Cumulative reward so far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21424" y="24231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Steps remaining in episode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" y="3246120"/>
            <a:ext cx="42062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246120"/>
            <a:ext cx="420624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291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6850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Number of available tools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39227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Tool invocation frequency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1605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Tool output confidence score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359152" y="36850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Retry count for this tool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59152" y="39227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Argument complexity score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59152" y="41605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Time since last tool call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18304" y="3246120"/>
            <a:ext cx="42062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18304" y="3246120"/>
            <a:ext cx="4206240" cy="347472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3291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28032" y="36850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Agent coordination score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28032" y="39227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Message queue length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28032" y="41605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Inter-agent disagreement delta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21424" y="36850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Delegation depth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21424" y="39227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Sub-agent success rate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21424" y="41605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Shared memory reads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Explainer Selection by Agent 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96112"/>
            <a:ext cx="4206240" cy="1920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96112"/>
            <a:ext cx="54864" cy="1920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9601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KernelExplainer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3075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black boxes — no tree structure to exploit. KernelExplainer uses model-agnostic perturbation on the feature proxy vector.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" y="1901952"/>
            <a:ext cx="3977640" cy="5669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 = shap.sample(X_proxy, 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 = shap.KernelExplainer(agent.score_fn, bg)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3192" y="254203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Approximate but universal. Batch prompts for efficiency.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896112"/>
            <a:ext cx="4206240" cy="1920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8304" y="896112"/>
            <a:ext cx="54864" cy="1920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55464" y="9601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 / LinearExplainer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55464" y="13075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value functions are often tree-based (XGBoost) or linear. Use TreeExplainer for exact values; LinearExplainer for linear policies.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55464" y="1901952"/>
            <a:ext cx="3977640" cy="5669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920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 = shap.TreeExplainer(value_fn_model)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for linear policy: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 = shap.LinearExplainer(policy, masker)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55464" y="254203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 and exact. Most production RL policies support this.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980944"/>
            <a:ext cx="4206240" cy="1920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80944"/>
            <a:ext cx="54864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" y="30449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KernelExplainer (classifier)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33924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is a multi-class classification problem over available tools. SHAP explains which context features drove each tool choice.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3192" y="3986784"/>
            <a:ext cx="3977640" cy="5669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050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 = shap.KernelExplainer(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tool_selector.predict_proba, bg_context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3192" y="46268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Use TreeExplainer if tool-selector is a trained classifier.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4" y="2980944"/>
            <a:ext cx="4206240" cy="1920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18304" y="2980944"/>
            <a:ext cx="54864" cy="1920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55464" y="30449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SHAP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55464" y="33924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globally at the system level, then drill into each sub-agent. Compose individual SHAP values into a system-level attribution tree.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55464" y="3986784"/>
            <a:ext cx="3977640" cy="5669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40050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Per-agent explainers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agent in system.agents: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exp[agent.id] = get_explainer(agent)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55464" y="46268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Expensive but comprehensive. Run offline for audit logs.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Attribution Analysis: Action-Level SHAP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92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Single Step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plot explains why the agent took action A at step T. Each feature's contribution to moving the decision score from baseline to final score is shown.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84048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288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= explainer(step_features)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shap.plots.waterfall(sv[0])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58568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13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Across Episodes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6243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beeswarm shows which state features consistently drive the agent's decisions across thousands of steps. Critical for policy audits.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72968"/>
            <a:ext cx="384048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72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sv_all = explainer(X_all_steps)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shap.summary_plot(sv_all, X_all_steps)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602736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02736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57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Trajectory-Level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SHAP across all steps in one episode. Shows which features mattered most across the full trajectory — not just individual steps.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17136"/>
            <a:ext cx="3840480" cy="2011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5171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traj_shap = sv[ep_mask].sum(axis=0)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plot_trajectory_attribution(traj_shap)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Attribution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driving each tool selection (mean |SHAP|)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web_search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682496"/>
            <a:ext cx="34747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6172200" y="1682496"/>
            <a:ext cx="2501798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8747150" y="16824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code_executor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276856"/>
            <a:ext cx="34747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2276856"/>
            <a:ext cx="2015338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8260690" y="22768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file_reader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2871216"/>
            <a:ext cx="34747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6172200" y="2871216"/>
            <a:ext cx="1424635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7669987" y="28712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3465576"/>
            <a:ext cx="34747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Shape 36"/>
          <p:cNvSpPr/>
          <p:nvPr/>
        </p:nvSpPr>
        <p:spPr>
          <a:xfrm>
            <a:off x="6172200" y="3465576"/>
            <a:ext cx="799186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7044538" y="346557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memory_recall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4059936"/>
            <a:ext cx="347472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2200" y="4059936"/>
            <a:ext cx="521208" cy="25603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40599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3b — Multi-Agent Attribution: Tracing Across Boundaries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286000" cy="658368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34640" y="896112"/>
            <a:ext cx="2286000" cy="658368"/>
          </a:xfrm>
          <a:prstGeom prst="rect">
            <a:avLst/>
          </a:prstGeom>
          <a:solidFill>
            <a:srgbClr val="06B6D4">
              <a:alpha val="80000"/>
            </a:srgbClr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34640" y="8961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2240280"/>
            <a:ext cx="2286000" cy="658368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2240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2286000" cy="658368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13716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1371600"/>
            <a:ext cx="2286000" cy="658368"/>
          </a:xfrm>
          <a:prstGeom prst="rect">
            <a:avLst/>
          </a:prstGeom>
          <a:solidFill>
            <a:srgbClr val="EC4899">
              <a:alpha val="80000"/>
            </a:srgbClr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0" y="13716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166420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118872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0640" y="9144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↘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20640" y="24688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4320" y="3246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Attribution Breakdown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3266237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657600"/>
            <a:ext cx="317479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40557" y="3657600"/>
            <a:ext cx="2320747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3586277" y="3657600"/>
            <a:ext cx="22293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61304" y="3657600"/>
            <a:ext cx="1890979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907024" y="3657600"/>
            <a:ext cx="17995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52283" y="3657600"/>
            <a:ext cx="1117397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798003" y="3657600"/>
            <a:ext cx="10259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% contribution to final system output — computed via hierarchical SHAP composition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Governance Quality Gates for Agent Deployments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206240" cy="8686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Action Concentration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280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features explain 67% of action variance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" y="15179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≥ 60%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914400"/>
            <a:ext cx="4206240" cy="8686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91440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55464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 Justifiability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5464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5464" y="12801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 calls traceable to ≥ 1 high-SHAP feature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55464" y="15179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unjustified calls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1920240"/>
            <a:ext cx="4206240" cy="8686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92024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Attribution Stability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CV = 0.09 across 10 resamples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" y="2523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&lt; 0.15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18304" y="1920240"/>
            <a:ext cx="4206240" cy="86868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192024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855464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Policy Consistency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55464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55464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 types show SHAP sign-flip under perturbation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55464" y="2523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 sign-flips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2926080"/>
            <a:ext cx="4206240" cy="8686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92608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Agent Drift Alert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3291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drift score 0.07 — within baseline window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93192" y="3529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threshold: 0.10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18304" y="2926080"/>
            <a:ext cx="4206240" cy="86868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18304" y="292608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855464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Bias on Protected Attr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55464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55464" y="3291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user_tenure_days contributes 8.2% — above 5% cap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55464" y="3529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review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" y="3931920"/>
            <a:ext cx="4206240" cy="8686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6032" y="393192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393192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Reward Attribution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3192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93192" y="4297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signal attributable to observable features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93192" y="4535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18304" y="3931920"/>
            <a:ext cx="4206240" cy="8686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18304" y="393192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4855464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Model Card Updated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55464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55464" y="4297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auto-generated for v2.4.1 deployment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55464" y="4535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prod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SHAP-Based Agent Behaviour Drift Monitoring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Agent Drift Detected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14800" cy="594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99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Drift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44752"/>
            <a:ext cx="1024128" cy="201168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444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features shift distribution — agent is operating in a new environment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048256"/>
            <a:ext cx="4114800" cy="594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48256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939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Drift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139696"/>
            <a:ext cx="1024128" cy="201168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213969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5915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importance rankings change — model is weighting features differently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4114800" cy="594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Drift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1024128" cy="201168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283464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0540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selection probabilities shift — agent behaviour is changing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438144"/>
            <a:ext cx="4114800" cy="594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438144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83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Usage Drift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3529584"/>
            <a:ext cx="1024128" cy="201168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352958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invocation frequency changes — new tool preferences emerging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133088"/>
            <a:ext cx="4114800" cy="594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133088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178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Drift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46120" y="4224528"/>
            <a:ext cx="1024128" cy="201168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42245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439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signal distribution shifts — environment or scoring changed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091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KS Drift Scores (Reference vs Current)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9160" y="1353312"/>
            <a:ext cx="4114800" cy="29260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8660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Score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0956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1664208"/>
            <a:ext cx="41148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1700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context_entropy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086600" y="1700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909560" y="1700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🚨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709160" y="2066544"/>
            <a:ext cx="4114800" cy="3474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tool_retry_count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8660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0956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🚨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709160" y="2468880"/>
            <a:ext cx="41148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2505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reward_signal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086600" y="2505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909560" y="2505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709160" y="2871216"/>
            <a:ext cx="4114800" cy="3474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3" name="Text 51"/>
          <p:cNvSpPr/>
          <p:nvPr/>
        </p:nvSpPr>
        <p:spPr>
          <a:xfrm>
            <a:off x="480060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step_token_count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086600" y="2907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909560" y="2907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709160" y="3273552"/>
            <a:ext cx="41148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7" name="Text 55"/>
          <p:cNvSpPr/>
          <p:nvPr/>
        </p:nvSpPr>
        <p:spPr>
          <a:xfrm>
            <a:off x="480060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coord_score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086600" y="3310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909560" y="3310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🚨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709160" y="3675888"/>
            <a:ext cx="4114800" cy="3474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1" name="Text 59"/>
          <p:cNvSpPr/>
          <p:nvPr/>
        </p:nvSpPr>
        <p:spPr>
          <a:xfrm>
            <a:off x="4800600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action_logprob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086600" y="3712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909560" y="3712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709160" y="4078224"/>
            <a:ext cx="41148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5" name="Text 63"/>
          <p:cNvSpPr/>
          <p:nvPr/>
        </p:nvSpPr>
        <p:spPr>
          <a:xfrm>
            <a:off x="48006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mem_reads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08660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90956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709160" y="4507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KS &gt; 0.10 triggers alert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Mentoring Engineers on Agent XAI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14400"/>
            <a:ext cx="27432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784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784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agent log schema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KernelExplainer on proxy features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" y="3063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action waterfall plots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3192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feature drift from model drift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82112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914400"/>
            <a:ext cx="274320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9784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9784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9272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correct explainer per agent type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19272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trajectory attribution pipelines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19272" y="3063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tool-calling with SHAP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9272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governance quality gate tests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08192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08192" y="914400"/>
            <a:ext cx="27432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9784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0" y="9784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45352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multi-agent hierarchical SHAP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drift monitoring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45352" y="3063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agent model cards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45352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team-wide agent XAI standards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99232" y="2651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925312" y="2651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256032" y="4846320"/>
            <a:ext cx="8631936" cy="146304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" y="482803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Start with trajectory plots before SHAP values — story-first explainability builds intuition faster than equations.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Production Deployment Checklist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24528" cy="1920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24528" cy="384048"/>
          </a:xfrm>
          <a:prstGeom prst="rect">
            <a:avLst/>
          </a:prstGeom>
          <a:solidFill>
            <a:srgbClr val="06B6D4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784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Deployment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feature schema validated &amp; documented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733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 selected + additive consistency checked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568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baseline computed on reference log window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gates configured with team thresholds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23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model card generated with explainability section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224528" cy="1920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4224528" cy="384048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784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Runtime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SHAP values alongside every agent 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6733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SHAP computation to protect latency SLAs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568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drift monitor running on rolling 24h window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wired to governance gate failures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237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retention policy in place (90 days+)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4224528" cy="1920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4224528" cy="384048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1272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Review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538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global SHAP importance review meeting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8221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bias audit on protected attributes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1056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triggers linked to attribution drift alerts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3891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explainer artefacts with every model release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063240"/>
            <a:ext cx="4224528" cy="19202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063240"/>
            <a:ext cx="4224528" cy="384048"/>
          </a:xfrm>
          <a:prstGeom prst="rect">
            <a:avLst/>
          </a:prstGeom>
          <a:solidFill>
            <a:srgbClr val="EC4899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1272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Extras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538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SHAP run per sprint release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8221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attribution deltas tracked over time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41056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depth capped &amp; monitored for runaway chains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3891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governance gates independent of system gate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5029200" cy="5029200"/>
          </a:xfrm>
          <a:prstGeom prst="ellipse">
            <a:avLst/>
          </a:prstGeom>
          <a:solidFill>
            <a:srgbClr val="7C3AED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840480" cy="384048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-731520"/>
            <a:ext cx="2286000" cy="228600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Agents Are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Agents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govern what you can't explain.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926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features are the foundation — garbage in, garbage SHAP out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explainer to the agent type — one size does not fit 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87705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catches silent failures before users notice them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35254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SHAP is the only honest way to attribute multi-agent systems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github.com/your-username/shap-agent-governance  ·  shap.readthedocs.io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 Governance Framework for AI Agents</dc:title>
  <dc:subject>PptxGenJS Presentation</dc:subject>
  <dc:creator>PptxGenJS</dc:creator>
  <cp:lastModifiedBy>PptxGenJS</cp:lastModifiedBy>
  <cp:revision>1</cp:revision>
  <dcterms:created xsi:type="dcterms:W3CDTF">2026-02-28T06:06:52Z</dcterms:created>
  <dcterms:modified xsi:type="dcterms:W3CDTF">2026-02-28T06:06:52Z</dcterms:modified>
</cp:coreProperties>
</file>